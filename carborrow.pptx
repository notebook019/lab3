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3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0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6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3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3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24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4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8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1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1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337A2-8660-4A31-8BAC-20C1101A5B7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594BE-7594-49D6-85CA-0BE60F17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6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3895" y="976544"/>
            <a:ext cx="1535837" cy="506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</a:t>
            </a:r>
            <a:r>
              <a:rPr lang="en-US" sz="1100" dirty="0" smtClean="0"/>
              <a:t>ember</a:t>
            </a: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4156228" y="3462291"/>
            <a:ext cx="1535837" cy="506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3895" y="1473693"/>
            <a:ext cx="1535837" cy="7377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- Id :string</a:t>
            </a:r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name:string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phone:string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endParaRPr lang="en-US" sz="1100" dirty="0"/>
          </a:p>
        </p:txBody>
      </p:sp>
      <p:sp>
        <p:nvSpPr>
          <p:cNvPr id="7" name="Rectangle 6"/>
          <p:cNvSpPr/>
          <p:nvPr/>
        </p:nvSpPr>
        <p:spPr>
          <a:xfrm>
            <a:off x="4156228" y="3968318"/>
            <a:ext cx="1535837" cy="10386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- Id :string</a:t>
            </a:r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numbertext:string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band:string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Status:boolean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1313895" y="3462291"/>
            <a:ext cx="1535837" cy="506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borrowCar</a:t>
            </a:r>
            <a:endParaRPr lang="en-US" sz="11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313895" y="3968318"/>
            <a:ext cx="1535837" cy="10386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- Id :string</a:t>
            </a:r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datestart:string</a:t>
            </a:r>
            <a:endParaRPr lang="en-US" sz="1100" dirty="0" smtClean="0"/>
          </a:p>
          <a:p>
            <a:pPr marL="171450" indent="-171450" algn="ctr">
              <a:buFontTx/>
              <a:buChar char="-"/>
            </a:pPr>
            <a:r>
              <a:rPr lang="en-US" sz="1100" dirty="0" err="1" smtClean="0"/>
              <a:t>Borrownum:number</a:t>
            </a:r>
            <a:endParaRPr lang="en-US" sz="1100" dirty="0" smtClean="0"/>
          </a:p>
          <a:p>
            <a:pPr algn="ctr"/>
            <a:endParaRPr lang="en-US" sz="1100" dirty="0"/>
          </a:p>
        </p:txBody>
      </p:sp>
      <p:cxnSp>
        <p:nvCxnSpPr>
          <p:cNvPr id="11" name="Straight Connector 10"/>
          <p:cNvCxnSpPr>
            <a:stCxn id="6" idx="2"/>
            <a:endCxn id="8" idx="0"/>
          </p:cNvCxnSpPr>
          <p:nvPr/>
        </p:nvCxnSpPr>
        <p:spPr>
          <a:xfrm>
            <a:off x="2081814" y="2211397"/>
            <a:ext cx="0" cy="1250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64087" y="273333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1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2164087" y="3161307"/>
            <a:ext cx="276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</a:t>
            </a:r>
            <a:endParaRPr lang="en-US" sz="1100" dirty="0"/>
          </a:p>
        </p:txBody>
      </p:sp>
      <p:cxnSp>
        <p:nvCxnSpPr>
          <p:cNvPr id="16" name="Straight Connector 15"/>
          <p:cNvCxnSpPr>
            <a:stCxn id="7" idx="1"/>
            <a:endCxn id="9" idx="3"/>
          </p:cNvCxnSpPr>
          <p:nvPr/>
        </p:nvCxnSpPr>
        <p:spPr>
          <a:xfrm flipH="1">
            <a:off x="2849732" y="4487662"/>
            <a:ext cx="1306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60123" y="410143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1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2873129" y="4043324"/>
            <a:ext cx="2760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</a:t>
            </a:r>
            <a:endParaRPr lang="en-US" sz="1100" dirty="0"/>
          </a:p>
        </p:txBody>
      </p:sp>
      <p:sp>
        <p:nvSpPr>
          <p:cNvPr id="20" name="Rectangle 19"/>
          <p:cNvSpPr/>
          <p:nvPr/>
        </p:nvSpPr>
        <p:spPr>
          <a:xfrm>
            <a:off x="1313895" y="5007006"/>
            <a:ext cx="1535837" cy="6747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+</a:t>
            </a:r>
            <a:r>
              <a:rPr lang="en-US" sz="1100" dirty="0" err="1" smtClean="0"/>
              <a:t>borrowCar</a:t>
            </a:r>
            <a:r>
              <a:rPr lang="en-US" sz="1100" dirty="0" smtClean="0"/>
              <a:t>():string</a:t>
            </a:r>
          </a:p>
          <a:p>
            <a:pPr algn="ctr"/>
            <a:r>
              <a:rPr lang="en-US" sz="1100" dirty="0" smtClean="0"/>
              <a:t>+</a:t>
            </a:r>
            <a:r>
              <a:rPr lang="en-US" sz="1100" dirty="0" err="1" smtClean="0"/>
              <a:t>returnCar</a:t>
            </a:r>
            <a:r>
              <a:rPr lang="en-US" sz="1100" dirty="0" smtClean="0"/>
              <a:t>():string</a:t>
            </a:r>
            <a:endParaRPr lang="en-US" sz="1100" dirty="0"/>
          </a:p>
        </p:txBody>
      </p:sp>
      <p:sp>
        <p:nvSpPr>
          <p:cNvPr id="21" name="Rectangle 20"/>
          <p:cNvSpPr/>
          <p:nvPr/>
        </p:nvSpPr>
        <p:spPr>
          <a:xfrm>
            <a:off x="4156228" y="4990107"/>
            <a:ext cx="1535837" cy="6747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+</a:t>
            </a:r>
            <a:r>
              <a:rPr lang="en-US" sz="1100" dirty="0" err="1" smtClean="0"/>
              <a:t>Addcar</a:t>
            </a:r>
            <a:r>
              <a:rPr lang="en-US" sz="1100" dirty="0" smtClean="0"/>
              <a:t>():void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1313895" y="2217447"/>
            <a:ext cx="1535837" cy="506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smtClean="0"/>
              <a:t>+Addmember</a:t>
            </a:r>
            <a:r>
              <a:rPr lang="en-US" sz="1100" dirty="0" smtClean="0"/>
              <a:t>():void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0254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3</cp:revision>
  <dcterms:created xsi:type="dcterms:W3CDTF">2026-10-07T07:18:45Z</dcterms:created>
  <dcterms:modified xsi:type="dcterms:W3CDTF">2026-10-07T07:36:41Z</dcterms:modified>
</cp:coreProperties>
</file>